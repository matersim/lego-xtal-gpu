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1" r:id="rId2"/>
  </p:sldIdLst>
  <p:sldSz cx="112744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5"/>
    <p:restoredTop sz="94719"/>
  </p:normalViewPr>
  <p:slideViewPr>
    <p:cSldViewPr snapToGrid="0">
      <p:cViewPr varScale="1">
        <p:scale>
          <a:sx n="146" d="100"/>
          <a:sy n="146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man Goni Ridwan" userId="9158fc9d-a86e-4448-9f2c-d8ca993476bd" providerId="ADAL" clId="{D0903463-7133-5979-B6B8-09F583B4A933}"/>
    <pc:docChg chg="undo custSel modSld modMainMaster modNotesMaster">
      <pc:chgData name="Osman Goni Ridwan" userId="9158fc9d-a86e-4448-9f2c-d8ca993476bd" providerId="ADAL" clId="{D0903463-7133-5979-B6B8-09F583B4A933}" dt="2025-12-31T17:21:21.726" v="759" actId="1076"/>
      <pc:docMkLst>
        <pc:docMk/>
      </pc:docMkLst>
      <pc:sldChg chg="addSp delSp modSp mod modNotes">
        <pc:chgData name="Osman Goni Ridwan" userId="9158fc9d-a86e-4448-9f2c-d8ca993476bd" providerId="ADAL" clId="{D0903463-7133-5979-B6B8-09F583B4A933}" dt="2025-12-31T17:21:21.726" v="759" actId="1076"/>
        <pc:sldMkLst>
          <pc:docMk/>
          <pc:sldMk cId="3634463277" sldId="271"/>
        </pc:sldMkLst>
        <pc:spChg chg="mod">
          <ac:chgData name="Osman Goni Ridwan" userId="9158fc9d-a86e-4448-9f2c-d8ca993476bd" providerId="ADAL" clId="{D0903463-7133-5979-B6B8-09F583B4A933}" dt="2025-12-31T17:18:56.841" v="689" actId="1036"/>
          <ac:spMkLst>
            <pc:docMk/>
            <pc:sldMk cId="3634463277" sldId="271"/>
            <ac:spMk id="4" creationId="{A26104A8-931C-B791-A0AA-468EAFFA9EC9}"/>
          </ac:spMkLst>
        </pc:spChg>
        <pc:spChg chg="mod">
          <ac:chgData name="Osman Goni Ridwan" userId="9158fc9d-a86e-4448-9f2c-d8ca993476bd" providerId="ADAL" clId="{D0903463-7133-5979-B6B8-09F583B4A933}" dt="2025-12-31T17:18:56.841" v="689" actId="1036"/>
          <ac:spMkLst>
            <pc:docMk/>
            <pc:sldMk cId="3634463277" sldId="271"/>
            <ac:spMk id="6" creationId="{FA330271-07EC-CB37-7240-BC1FBB46BC3C}"/>
          </ac:spMkLst>
        </pc:spChg>
        <pc:spChg chg="mod">
          <ac:chgData name="Osman Goni Ridwan" userId="9158fc9d-a86e-4448-9f2c-d8ca993476bd" providerId="ADAL" clId="{D0903463-7133-5979-B6B8-09F583B4A933}" dt="2025-12-31T17:19:01.742" v="692" actId="1035"/>
          <ac:spMkLst>
            <pc:docMk/>
            <pc:sldMk cId="3634463277" sldId="271"/>
            <ac:spMk id="19" creationId="{C76CC66C-83C0-92F6-9EAB-CC9E75ECB1AA}"/>
          </ac:spMkLst>
        </pc:spChg>
        <pc:spChg chg="mod">
          <ac:chgData name="Osman Goni Ridwan" userId="9158fc9d-a86e-4448-9f2c-d8ca993476bd" providerId="ADAL" clId="{D0903463-7133-5979-B6B8-09F583B4A933}" dt="2025-12-31T17:18:56.841" v="689" actId="1036"/>
          <ac:spMkLst>
            <pc:docMk/>
            <pc:sldMk cId="3634463277" sldId="271"/>
            <ac:spMk id="22" creationId="{35471BDA-CCF7-A2C8-518A-61B1F499D088}"/>
          </ac:spMkLst>
        </pc:spChg>
        <pc:spChg chg="add mod">
          <ac:chgData name="Osman Goni Ridwan" userId="9158fc9d-a86e-4448-9f2c-d8ca993476bd" providerId="ADAL" clId="{D0903463-7133-5979-B6B8-09F583B4A933}" dt="2025-12-31T17:19:41.619" v="728" actId="1076"/>
          <ac:spMkLst>
            <pc:docMk/>
            <pc:sldMk cId="3634463277" sldId="271"/>
            <ac:spMk id="25" creationId="{C9FB4671-A14C-9659-60B1-078027AA723F}"/>
          </ac:spMkLst>
        </pc:spChg>
        <pc:spChg chg="add mod">
          <ac:chgData name="Osman Goni Ridwan" userId="9158fc9d-a86e-4448-9f2c-d8ca993476bd" providerId="ADAL" clId="{D0903463-7133-5979-B6B8-09F583B4A933}" dt="2025-12-31T17:19:50.516" v="730" actId="1076"/>
          <ac:spMkLst>
            <pc:docMk/>
            <pc:sldMk cId="3634463277" sldId="271"/>
            <ac:spMk id="26" creationId="{BE647FD6-0368-A8BF-9A53-9334F77BA98A}"/>
          </ac:spMkLst>
        </pc:spChg>
        <pc:spChg chg="add mod">
          <ac:chgData name="Osman Goni Ridwan" userId="9158fc9d-a86e-4448-9f2c-d8ca993476bd" providerId="ADAL" clId="{D0903463-7133-5979-B6B8-09F583B4A933}" dt="2025-12-31T17:21:03.223" v="755" actId="1076"/>
          <ac:spMkLst>
            <pc:docMk/>
            <pc:sldMk cId="3634463277" sldId="271"/>
            <ac:spMk id="27" creationId="{DF712444-9085-04E0-7EEB-3FBE8C5CE05D}"/>
          </ac:spMkLst>
        </pc:spChg>
        <pc:spChg chg="add mod">
          <ac:chgData name="Osman Goni Ridwan" userId="9158fc9d-a86e-4448-9f2c-d8ca993476bd" providerId="ADAL" clId="{D0903463-7133-5979-B6B8-09F583B4A933}" dt="2025-12-31T17:21:12.509" v="757" actId="1076"/>
          <ac:spMkLst>
            <pc:docMk/>
            <pc:sldMk cId="3634463277" sldId="271"/>
            <ac:spMk id="28" creationId="{7D09EE4A-9B7B-0CB3-E6EB-C62362300287}"/>
          </ac:spMkLst>
        </pc:spChg>
        <pc:spChg chg="add mod">
          <ac:chgData name="Osman Goni Ridwan" userId="9158fc9d-a86e-4448-9f2c-d8ca993476bd" providerId="ADAL" clId="{D0903463-7133-5979-B6B8-09F583B4A933}" dt="2025-12-31T17:21:21.726" v="759" actId="1076"/>
          <ac:spMkLst>
            <pc:docMk/>
            <pc:sldMk cId="3634463277" sldId="271"/>
            <ac:spMk id="29" creationId="{DDE9B5AE-A9B7-42A2-275D-9F4430EC3EC9}"/>
          </ac:spMkLst>
        </pc:spChg>
        <pc:spChg chg="mod">
          <ac:chgData name="Osman Goni Ridwan" userId="9158fc9d-a86e-4448-9f2c-d8ca993476bd" providerId="ADAL" clId="{D0903463-7133-5979-B6B8-09F583B4A933}" dt="2025-12-31T17:19:12.674" v="704" actId="1035"/>
          <ac:spMkLst>
            <pc:docMk/>
            <pc:sldMk cId="3634463277" sldId="271"/>
            <ac:spMk id="37" creationId="{BB132845-64B3-DB02-8FF0-1E94677C7B33}"/>
          </ac:spMkLst>
        </pc:spChg>
        <pc:spChg chg="mod">
          <ac:chgData name="Osman Goni Ridwan" userId="9158fc9d-a86e-4448-9f2c-d8ca993476bd" providerId="ADAL" clId="{D0903463-7133-5979-B6B8-09F583B4A933}" dt="2025-12-31T17:19:09.484" v="702" actId="1035"/>
          <ac:spMkLst>
            <pc:docMk/>
            <pc:sldMk cId="3634463277" sldId="271"/>
            <ac:spMk id="54" creationId="{8CAF8B60-32AE-4AFC-A815-990E7AF450E5}"/>
          </ac:spMkLst>
        </pc:spChg>
        <pc:picChg chg="del mod">
          <ac:chgData name="Osman Goni Ridwan" userId="9158fc9d-a86e-4448-9f2c-d8ca993476bd" providerId="ADAL" clId="{D0903463-7133-5979-B6B8-09F583B4A933}" dt="2025-12-31T17:12:35.078" v="415" actId="478"/>
          <ac:picMkLst>
            <pc:docMk/>
            <pc:sldMk cId="3634463277" sldId="271"/>
            <ac:picMk id="3" creationId="{05631E3F-5B8C-6C35-8534-46BC28C193FC}"/>
          </ac:picMkLst>
        </pc:picChg>
        <pc:picChg chg="add del mod">
          <ac:chgData name="Osman Goni Ridwan" userId="9158fc9d-a86e-4448-9f2c-d8ca993476bd" providerId="ADAL" clId="{D0903463-7133-5979-B6B8-09F583B4A933}" dt="2025-12-31T16:43:24.713" v="180" actId="478"/>
          <ac:picMkLst>
            <pc:docMk/>
            <pc:sldMk cId="3634463277" sldId="271"/>
            <ac:picMk id="5" creationId="{91A8667C-4B11-5474-AC4B-BB9CAF36B8BC}"/>
          </ac:picMkLst>
        </pc:picChg>
        <pc:picChg chg="del">
          <ac:chgData name="Osman Goni Ridwan" userId="9158fc9d-a86e-4448-9f2c-d8ca993476bd" providerId="ADAL" clId="{D0903463-7133-5979-B6B8-09F583B4A933}" dt="2025-12-31T16:49:01.057" v="181" actId="478"/>
          <ac:picMkLst>
            <pc:docMk/>
            <pc:sldMk cId="3634463277" sldId="271"/>
            <ac:picMk id="7" creationId="{B8E98EAF-7217-589E-A6E8-00BBC4A733AE}"/>
          </ac:picMkLst>
        </pc:picChg>
        <pc:picChg chg="add del mod modCrop">
          <ac:chgData name="Osman Goni Ridwan" userId="9158fc9d-a86e-4448-9f2c-d8ca993476bd" providerId="ADAL" clId="{D0903463-7133-5979-B6B8-09F583B4A933}" dt="2025-12-31T16:50:43.322" v="190" actId="478"/>
          <ac:picMkLst>
            <pc:docMk/>
            <pc:sldMk cId="3634463277" sldId="271"/>
            <ac:picMk id="8" creationId="{0914BCDC-FE2E-F45B-0549-51144F261D56}"/>
          </ac:picMkLst>
        </pc:picChg>
        <pc:picChg chg="add del mod modCrop">
          <ac:chgData name="Osman Goni Ridwan" userId="9158fc9d-a86e-4448-9f2c-d8ca993476bd" providerId="ADAL" clId="{D0903463-7133-5979-B6B8-09F583B4A933}" dt="2025-12-31T16:52:03.204" v="196" actId="478"/>
          <ac:picMkLst>
            <pc:docMk/>
            <pc:sldMk cId="3634463277" sldId="271"/>
            <ac:picMk id="9" creationId="{243A622C-6CD1-8BED-820D-FBFF00AAE4AD}"/>
          </ac:picMkLst>
        </pc:picChg>
        <pc:picChg chg="del mod">
          <ac:chgData name="Osman Goni Ridwan" userId="9158fc9d-a86e-4448-9f2c-d8ca993476bd" providerId="ADAL" clId="{D0903463-7133-5979-B6B8-09F583B4A933}" dt="2025-12-31T16:55:55.416" v="223" actId="478"/>
          <ac:picMkLst>
            <pc:docMk/>
            <pc:sldMk cId="3634463277" sldId="271"/>
            <ac:picMk id="10" creationId="{871ECA01-91F8-4889-190A-A9B8A7AC4B5D}"/>
          </ac:picMkLst>
        </pc:picChg>
        <pc:picChg chg="add del mod modCrop">
          <ac:chgData name="Osman Goni Ridwan" userId="9158fc9d-a86e-4448-9f2c-d8ca993476bd" providerId="ADAL" clId="{D0903463-7133-5979-B6B8-09F583B4A933}" dt="2025-12-31T16:54:54.470" v="203" actId="478"/>
          <ac:picMkLst>
            <pc:docMk/>
            <pc:sldMk cId="3634463277" sldId="271"/>
            <ac:picMk id="11" creationId="{EE77FC4F-10D2-1F10-9670-90A7107AD339}"/>
          </ac:picMkLst>
        </pc:picChg>
        <pc:picChg chg="add mod modCrop">
          <ac:chgData name="Osman Goni Ridwan" userId="9158fc9d-a86e-4448-9f2c-d8ca993476bd" providerId="ADAL" clId="{D0903463-7133-5979-B6B8-09F583B4A933}" dt="2025-12-31T17:20:44.441" v="751" actId="732"/>
          <ac:picMkLst>
            <pc:docMk/>
            <pc:sldMk cId="3634463277" sldId="271"/>
            <ac:picMk id="12" creationId="{FDA78E8F-879F-E3B4-DAA1-867D39F1B948}"/>
          </ac:picMkLst>
        </pc:picChg>
        <pc:picChg chg="del mod">
          <ac:chgData name="Osman Goni Ridwan" userId="9158fc9d-a86e-4448-9f2c-d8ca993476bd" providerId="ADAL" clId="{D0903463-7133-5979-B6B8-09F583B4A933}" dt="2025-12-31T16:55:56.531" v="224" actId="478"/>
          <ac:picMkLst>
            <pc:docMk/>
            <pc:sldMk cId="3634463277" sldId="271"/>
            <ac:picMk id="13" creationId="{2248C6D5-40BD-2D8C-6C79-98D2A2551451}"/>
          </ac:picMkLst>
        </pc:picChg>
        <pc:picChg chg="mod">
          <ac:chgData name="Osman Goni Ridwan" userId="9158fc9d-a86e-4448-9f2c-d8ca993476bd" providerId="ADAL" clId="{D0903463-7133-5979-B6B8-09F583B4A933}" dt="2025-12-31T17:02:52.840" v="344" actId="1036"/>
          <ac:picMkLst>
            <pc:docMk/>
            <pc:sldMk cId="3634463277" sldId="271"/>
            <ac:picMk id="14" creationId="{C1DE2432-3196-D2C3-98BB-E9F59609D2A8}"/>
          </ac:picMkLst>
        </pc:picChg>
        <pc:picChg chg="add mod modCrop">
          <ac:chgData name="Osman Goni Ridwan" userId="9158fc9d-a86e-4448-9f2c-d8ca993476bd" providerId="ADAL" clId="{D0903463-7133-5979-B6B8-09F583B4A933}" dt="2025-12-31T17:20:38.239" v="750" actId="732"/>
          <ac:picMkLst>
            <pc:docMk/>
            <pc:sldMk cId="3634463277" sldId="271"/>
            <ac:picMk id="15" creationId="{86F41EF8-3BB8-1D63-3811-2D1B5FA82995}"/>
          </ac:picMkLst>
        </pc:picChg>
        <pc:picChg chg="mod">
          <ac:chgData name="Osman Goni Ridwan" userId="9158fc9d-a86e-4448-9f2c-d8ca993476bd" providerId="ADAL" clId="{D0903463-7133-5979-B6B8-09F583B4A933}" dt="2025-12-31T17:18:56.841" v="689" actId="1036"/>
          <ac:picMkLst>
            <pc:docMk/>
            <pc:sldMk cId="3634463277" sldId="271"/>
            <ac:picMk id="16" creationId="{7333DB3D-BF3E-174F-2A25-DA218B3C4C9B}"/>
          </ac:picMkLst>
        </pc:picChg>
        <pc:picChg chg="add mod modCrop">
          <ac:chgData name="Osman Goni Ridwan" userId="9158fc9d-a86e-4448-9f2c-d8ca993476bd" providerId="ADAL" clId="{D0903463-7133-5979-B6B8-09F583B4A933}" dt="2025-12-31T17:20:05.587" v="731" actId="732"/>
          <ac:picMkLst>
            <pc:docMk/>
            <pc:sldMk cId="3634463277" sldId="271"/>
            <ac:picMk id="17" creationId="{01E9C506-DE82-1516-FC04-8E87BA9C3BBD}"/>
          </ac:picMkLst>
        </pc:picChg>
        <pc:picChg chg="mod">
          <ac:chgData name="Osman Goni Ridwan" userId="9158fc9d-a86e-4448-9f2c-d8ca993476bd" providerId="ADAL" clId="{D0903463-7133-5979-B6B8-09F583B4A933}" dt="2025-12-31T17:18:56.841" v="689" actId="1036"/>
          <ac:picMkLst>
            <pc:docMk/>
            <pc:sldMk cId="3634463277" sldId="271"/>
            <ac:picMk id="18" creationId="{D6025186-E8B1-7662-20BA-3A980E5DE3B8}"/>
          </ac:picMkLst>
        </pc:picChg>
        <pc:picChg chg="add mod modCrop">
          <ac:chgData name="Osman Goni Ridwan" userId="9158fc9d-a86e-4448-9f2c-d8ca993476bd" providerId="ADAL" clId="{D0903463-7133-5979-B6B8-09F583B4A933}" dt="2025-12-31T17:14:22.585" v="453" actId="1035"/>
          <ac:picMkLst>
            <pc:docMk/>
            <pc:sldMk cId="3634463277" sldId="271"/>
            <ac:picMk id="20" creationId="{2334ECD3-6FBF-C7A6-3DD6-B3A6A1A767BA}"/>
          </ac:picMkLst>
        </pc:picChg>
        <pc:picChg chg="add mod modCrop">
          <ac:chgData name="Osman Goni Ridwan" userId="9158fc9d-a86e-4448-9f2c-d8ca993476bd" providerId="ADAL" clId="{D0903463-7133-5979-B6B8-09F583B4A933}" dt="2025-12-31T17:18:44.366" v="685" actId="14100"/>
          <ac:picMkLst>
            <pc:docMk/>
            <pc:sldMk cId="3634463277" sldId="271"/>
            <ac:picMk id="21" creationId="{ABBBBDE2-8949-9236-06BB-0197196F66F6}"/>
          </ac:picMkLst>
        </pc:picChg>
        <pc:picChg chg="add mod modCrop">
          <ac:chgData name="Osman Goni Ridwan" userId="9158fc9d-a86e-4448-9f2c-d8ca993476bd" providerId="ADAL" clId="{D0903463-7133-5979-B6B8-09F583B4A933}" dt="2025-12-31T17:18:36.848" v="684" actId="167"/>
          <ac:picMkLst>
            <pc:docMk/>
            <pc:sldMk cId="3634463277" sldId="271"/>
            <ac:picMk id="23" creationId="{EB5C6DE4-F7C7-DC39-0033-61BEA0C48B26}"/>
          </ac:picMkLst>
        </pc:picChg>
        <pc:picChg chg="mod">
          <ac:chgData name="Osman Goni Ridwan" userId="9158fc9d-a86e-4448-9f2c-d8ca993476bd" providerId="ADAL" clId="{D0903463-7133-5979-B6B8-09F583B4A933}" dt="2025-12-31T17:18:56.841" v="689" actId="1036"/>
          <ac:picMkLst>
            <pc:docMk/>
            <pc:sldMk cId="3634463277" sldId="271"/>
            <ac:picMk id="24" creationId="{348AC70B-94FC-3BBD-9BFC-C4E02B6EADAF}"/>
          </ac:picMkLst>
        </pc:picChg>
        <pc:picChg chg="mod">
          <ac:chgData name="Osman Goni Ridwan" userId="9158fc9d-a86e-4448-9f2c-d8ca993476bd" providerId="ADAL" clId="{D0903463-7133-5979-B6B8-09F583B4A933}" dt="2025-12-31T17:18:56.841" v="689" actId="1036"/>
          <ac:picMkLst>
            <pc:docMk/>
            <pc:sldMk cId="3634463277" sldId="271"/>
            <ac:picMk id="34" creationId="{EDFF79F0-3DCF-C01F-74CA-6215EB337349}"/>
          </ac:picMkLst>
        </pc:picChg>
        <pc:picChg chg="del mod">
          <ac:chgData name="Osman Goni Ridwan" userId="9158fc9d-a86e-4448-9f2c-d8ca993476bd" providerId="ADAL" clId="{D0903463-7133-5979-B6B8-09F583B4A933}" dt="2025-12-31T17:17:46.453" v="622" actId="478"/>
          <ac:picMkLst>
            <pc:docMk/>
            <pc:sldMk cId="3634463277" sldId="271"/>
            <ac:picMk id="38" creationId="{EC4A3D08-DE96-0211-4E40-234B25651821}"/>
          </ac:picMkLst>
        </pc:picChg>
        <pc:picChg chg="del mod">
          <ac:chgData name="Osman Goni Ridwan" userId="9158fc9d-a86e-4448-9f2c-d8ca993476bd" providerId="ADAL" clId="{D0903463-7133-5979-B6B8-09F583B4A933}" dt="2025-12-31T17:14:44.634" v="454" actId="478"/>
          <ac:picMkLst>
            <pc:docMk/>
            <pc:sldMk cId="3634463277" sldId="271"/>
            <ac:picMk id="40" creationId="{0D946124-8AE8-C9BC-B1F5-00366230EECF}"/>
          </ac:picMkLst>
        </pc:picChg>
      </pc:sldChg>
      <pc:sldMasterChg chg="modSp modSldLayout">
        <pc:chgData name="Osman Goni Ridwan" userId="9158fc9d-a86e-4448-9f2c-d8ca993476bd" providerId="ADAL" clId="{D0903463-7133-5979-B6B8-09F583B4A933}" dt="2025-12-31T17:04:18.421" v="403"/>
        <pc:sldMasterMkLst>
          <pc:docMk/>
          <pc:sldMasterMk cId="3151013831" sldId="2147483672"/>
        </pc:sldMasterMkLst>
        <pc:spChg chg="mod">
          <ac:chgData name="Osman Goni Ridwan" userId="9158fc9d-a86e-4448-9f2c-d8ca993476bd" providerId="ADAL" clId="{D0903463-7133-5979-B6B8-09F583B4A933}" dt="2025-12-31T17:04:18.421" v="403"/>
          <ac:spMkLst>
            <pc:docMk/>
            <pc:sldMasterMk cId="3151013831" sldId="2147483672"/>
            <ac:spMk id="2" creationId="{00000000-0000-0000-0000-000000000000}"/>
          </ac:spMkLst>
        </pc:spChg>
        <pc:spChg chg="mod">
          <ac:chgData name="Osman Goni Ridwan" userId="9158fc9d-a86e-4448-9f2c-d8ca993476bd" providerId="ADAL" clId="{D0903463-7133-5979-B6B8-09F583B4A933}" dt="2025-12-31T17:04:18.421" v="403"/>
          <ac:spMkLst>
            <pc:docMk/>
            <pc:sldMasterMk cId="3151013831" sldId="2147483672"/>
            <ac:spMk id="3" creationId="{00000000-0000-0000-0000-000000000000}"/>
          </ac:spMkLst>
        </pc:spChg>
        <pc:spChg chg="mod">
          <ac:chgData name="Osman Goni Ridwan" userId="9158fc9d-a86e-4448-9f2c-d8ca993476bd" providerId="ADAL" clId="{D0903463-7133-5979-B6B8-09F583B4A933}" dt="2025-12-31T17:04:18.421" v="403"/>
          <ac:spMkLst>
            <pc:docMk/>
            <pc:sldMasterMk cId="3151013831" sldId="2147483672"/>
            <ac:spMk id="4" creationId="{00000000-0000-0000-0000-000000000000}"/>
          </ac:spMkLst>
        </pc:spChg>
        <pc:spChg chg="mod">
          <ac:chgData name="Osman Goni Ridwan" userId="9158fc9d-a86e-4448-9f2c-d8ca993476bd" providerId="ADAL" clId="{D0903463-7133-5979-B6B8-09F583B4A933}" dt="2025-12-31T17:04:18.421" v="403"/>
          <ac:spMkLst>
            <pc:docMk/>
            <pc:sldMasterMk cId="3151013831" sldId="2147483672"/>
            <ac:spMk id="5" creationId="{00000000-0000-0000-0000-000000000000}"/>
          </ac:spMkLst>
        </pc:spChg>
        <pc:spChg chg="mod">
          <ac:chgData name="Osman Goni Ridwan" userId="9158fc9d-a86e-4448-9f2c-d8ca993476bd" providerId="ADAL" clId="{D0903463-7133-5979-B6B8-09F583B4A933}" dt="2025-12-31T17:04:18.421" v="403"/>
          <ac:spMkLst>
            <pc:docMk/>
            <pc:sldMasterMk cId="3151013831" sldId="2147483672"/>
            <ac:spMk id="6" creationId="{00000000-0000-0000-0000-000000000000}"/>
          </ac:spMkLst>
        </pc:sp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4032863409" sldId="2147483673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4032863409" sldId="2147483673"/>
              <ac:spMk id="2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4032863409" sldId="2147483673"/>
              <ac:spMk id="3" creationId="{00000000-0000-0000-0000-000000000000}"/>
            </ac:spMkLst>
          </pc:spChg>
        </pc:sldLayout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4193956015" sldId="2147483675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4193956015" sldId="2147483675"/>
              <ac:spMk id="2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4193956015" sldId="2147483675"/>
              <ac:spMk id="3" creationId="{00000000-0000-0000-0000-000000000000}"/>
            </ac:spMkLst>
          </pc:spChg>
        </pc:sldLayout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153083659" sldId="2147483676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153083659" sldId="2147483676"/>
              <ac:spMk id="3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153083659" sldId="2147483676"/>
              <ac:spMk id="4" creationId="{00000000-0000-0000-0000-000000000000}"/>
            </ac:spMkLst>
          </pc:spChg>
        </pc:sldLayout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2847342363" sldId="2147483677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847342363" sldId="2147483677"/>
              <ac:spMk id="2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847342363" sldId="2147483677"/>
              <ac:spMk id="3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847342363" sldId="2147483677"/>
              <ac:spMk id="4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847342363" sldId="2147483677"/>
              <ac:spMk id="5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847342363" sldId="2147483677"/>
              <ac:spMk id="6" creationId="{00000000-0000-0000-0000-000000000000}"/>
            </ac:spMkLst>
          </pc:spChg>
        </pc:sldLayout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1687563467" sldId="2147483680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1687563467" sldId="2147483680"/>
              <ac:spMk id="2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1687563467" sldId="2147483680"/>
              <ac:spMk id="3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1687563467" sldId="2147483680"/>
              <ac:spMk id="4" creationId="{00000000-0000-0000-0000-000000000000}"/>
            </ac:spMkLst>
          </pc:spChg>
        </pc:sldLayout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2903503328" sldId="2147483681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903503328" sldId="2147483681"/>
              <ac:spMk id="2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903503328" sldId="2147483681"/>
              <ac:spMk id="3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903503328" sldId="2147483681"/>
              <ac:spMk id="4" creationId="{00000000-0000-0000-0000-000000000000}"/>
            </ac:spMkLst>
          </pc:spChg>
        </pc:sldLayoutChg>
        <pc:sldLayoutChg chg="modSp">
          <pc:chgData name="Osman Goni Ridwan" userId="9158fc9d-a86e-4448-9f2c-d8ca993476bd" providerId="ADAL" clId="{D0903463-7133-5979-B6B8-09F583B4A933}" dt="2025-12-31T17:04:18.421" v="403"/>
          <pc:sldLayoutMkLst>
            <pc:docMk/>
            <pc:sldMasterMk cId="3151013831" sldId="2147483672"/>
            <pc:sldLayoutMk cId="2497635734" sldId="2147483683"/>
          </pc:sldLayoutMkLst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497635734" sldId="2147483683"/>
              <ac:spMk id="2" creationId="{00000000-0000-0000-0000-000000000000}"/>
            </ac:spMkLst>
          </pc:spChg>
          <pc:spChg chg="mod">
            <ac:chgData name="Osman Goni Ridwan" userId="9158fc9d-a86e-4448-9f2c-d8ca993476bd" providerId="ADAL" clId="{D0903463-7133-5979-B6B8-09F583B4A933}" dt="2025-12-31T17:04:18.421" v="403"/>
            <ac:spMkLst>
              <pc:docMk/>
              <pc:sldMasterMk cId="3151013831" sldId="2147483672"/>
              <pc:sldLayoutMk cId="2497635734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B383A-C3BE-2542-B42D-18B8D98A212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3763" y="1143000"/>
            <a:ext cx="5070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35906-A69E-D340-B0C4-33711AB74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1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1pPr>
    <a:lvl2pPr marL="413217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2pPr>
    <a:lvl3pPr marL="826435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3pPr>
    <a:lvl4pPr marL="1239652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4pPr>
    <a:lvl5pPr marL="1652869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5pPr>
    <a:lvl6pPr marL="2066087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6pPr>
    <a:lvl7pPr marL="2479304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7pPr>
    <a:lvl8pPr marL="2892522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8pPr>
    <a:lvl9pPr marL="3305739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D6915-42AD-6326-88D3-C56DFF41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F689A-6F02-621C-3026-E02A92831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93763" y="1143000"/>
            <a:ext cx="50704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73D32-4C93-6D2F-7FAF-EBEE0A8C0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48A77-8B47-8A1D-937D-3104CDC48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A0994-AB78-904F-8C7B-1C51B52823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2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9305" y="1122365"/>
            <a:ext cx="8455819" cy="2387601"/>
          </a:xfrm>
        </p:spPr>
        <p:txBody>
          <a:bodyPr anchor="b"/>
          <a:lstStyle>
            <a:lvl1pPr algn="ctr">
              <a:defRPr sz="5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9305" y="3602038"/>
            <a:ext cx="8455819" cy="1655762"/>
          </a:xfrm>
        </p:spPr>
        <p:txBody>
          <a:bodyPr/>
          <a:lstStyle>
            <a:lvl1pPr marL="0" indent="0" algn="ctr">
              <a:buNone/>
              <a:defRPr sz="2219"/>
            </a:lvl1pPr>
            <a:lvl2pPr marL="422773" indent="0" algn="ctr">
              <a:buNone/>
              <a:defRPr sz="1849"/>
            </a:lvl2pPr>
            <a:lvl3pPr marL="845546" indent="0" algn="ctr">
              <a:buNone/>
              <a:defRPr sz="1664"/>
            </a:lvl3pPr>
            <a:lvl4pPr marL="1268319" indent="0" algn="ctr">
              <a:buNone/>
              <a:defRPr sz="1480"/>
            </a:lvl4pPr>
            <a:lvl5pPr marL="1691091" indent="0" algn="ctr">
              <a:buNone/>
              <a:defRPr sz="1480"/>
            </a:lvl5pPr>
            <a:lvl6pPr marL="2113864" indent="0" algn="ctr">
              <a:buNone/>
              <a:defRPr sz="1480"/>
            </a:lvl6pPr>
            <a:lvl7pPr marL="2536637" indent="0" algn="ctr">
              <a:buNone/>
              <a:defRPr sz="1480"/>
            </a:lvl7pPr>
            <a:lvl8pPr marL="2959410" indent="0" algn="ctr">
              <a:buNone/>
              <a:defRPr sz="1480"/>
            </a:lvl8pPr>
            <a:lvl9pPr marL="3382183" indent="0" algn="ctr">
              <a:buNone/>
              <a:defRPr sz="1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6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0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44" y="1709739"/>
            <a:ext cx="9724192" cy="2852738"/>
          </a:xfrm>
        </p:spPr>
        <p:txBody>
          <a:bodyPr anchor="b"/>
          <a:lstStyle>
            <a:lvl1pPr>
              <a:defRPr sz="5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44" y="4589464"/>
            <a:ext cx="9724192" cy="1500188"/>
          </a:xfrm>
        </p:spPr>
        <p:txBody>
          <a:bodyPr/>
          <a:lstStyle>
            <a:lvl1pPr marL="0" indent="0">
              <a:buNone/>
              <a:defRPr sz="2219">
                <a:solidFill>
                  <a:schemeClr val="tx1">
                    <a:tint val="82000"/>
                  </a:schemeClr>
                </a:solidFill>
              </a:defRPr>
            </a:lvl1pPr>
            <a:lvl2pPr marL="422773" indent="0">
              <a:buNone/>
              <a:defRPr sz="1849">
                <a:solidFill>
                  <a:schemeClr val="tx1">
                    <a:tint val="82000"/>
                  </a:schemeClr>
                </a:solidFill>
              </a:defRPr>
            </a:lvl2pPr>
            <a:lvl3pPr marL="845546" indent="0">
              <a:buNone/>
              <a:defRPr sz="1664">
                <a:solidFill>
                  <a:schemeClr val="tx1">
                    <a:tint val="82000"/>
                  </a:schemeClr>
                </a:solidFill>
              </a:defRPr>
            </a:lvl3pPr>
            <a:lvl4pPr marL="1268319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4pPr>
            <a:lvl5pPr marL="1691091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5pPr>
            <a:lvl6pPr marL="2113864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6pPr>
            <a:lvl7pPr marL="2536637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7pPr>
            <a:lvl8pPr marL="295941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8pPr>
            <a:lvl9pPr marL="3382183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5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5118" y="1825626"/>
            <a:ext cx="479163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7677" y="1825626"/>
            <a:ext cx="479163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85" y="365125"/>
            <a:ext cx="972419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586" y="1681164"/>
            <a:ext cx="4769610" cy="823913"/>
          </a:xfrm>
        </p:spPr>
        <p:txBody>
          <a:bodyPr anchor="b"/>
          <a:lstStyle>
            <a:lvl1pPr marL="0" indent="0">
              <a:buNone/>
              <a:defRPr sz="2219" b="1"/>
            </a:lvl1pPr>
            <a:lvl2pPr marL="422773" indent="0">
              <a:buNone/>
              <a:defRPr sz="1849" b="1"/>
            </a:lvl2pPr>
            <a:lvl3pPr marL="845546" indent="0">
              <a:buNone/>
              <a:defRPr sz="1664" b="1"/>
            </a:lvl3pPr>
            <a:lvl4pPr marL="1268319" indent="0">
              <a:buNone/>
              <a:defRPr sz="1480" b="1"/>
            </a:lvl4pPr>
            <a:lvl5pPr marL="1691091" indent="0">
              <a:buNone/>
              <a:defRPr sz="1480" b="1"/>
            </a:lvl5pPr>
            <a:lvl6pPr marL="2113864" indent="0">
              <a:buNone/>
              <a:defRPr sz="1480" b="1"/>
            </a:lvl6pPr>
            <a:lvl7pPr marL="2536637" indent="0">
              <a:buNone/>
              <a:defRPr sz="1480" b="1"/>
            </a:lvl7pPr>
            <a:lvl8pPr marL="2959410" indent="0">
              <a:buNone/>
              <a:defRPr sz="1480" b="1"/>
            </a:lvl8pPr>
            <a:lvl9pPr marL="3382183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6586" y="2505076"/>
            <a:ext cx="47696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7682" y="1681164"/>
            <a:ext cx="4793099" cy="823913"/>
          </a:xfrm>
        </p:spPr>
        <p:txBody>
          <a:bodyPr anchor="b"/>
          <a:lstStyle>
            <a:lvl1pPr marL="0" indent="0">
              <a:buNone/>
              <a:defRPr sz="2219" b="1"/>
            </a:lvl1pPr>
            <a:lvl2pPr marL="422773" indent="0">
              <a:buNone/>
              <a:defRPr sz="1849" b="1"/>
            </a:lvl2pPr>
            <a:lvl3pPr marL="845546" indent="0">
              <a:buNone/>
              <a:defRPr sz="1664" b="1"/>
            </a:lvl3pPr>
            <a:lvl4pPr marL="1268319" indent="0">
              <a:buNone/>
              <a:defRPr sz="1480" b="1"/>
            </a:lvl4pPr>
            <a:lvl5pPr marL="1691091" indent="0">
              <a:buNone/>
              <a:defRPr sz="1480" b="1"/>
            </a:lvl5pPr>
            <a:lvl6pPr marL="2113864" indent="0">
              <a:buNone/>
              <a:defRPr sz="1480" b="1"/>
            </a:lvl6pPr>
            <a:lvl7pPr marL="2536637" indent="0">
              <a:buNone/>
              <a:defRPr sz="1480" b="1"/>
            </a:lvl7pPr>
            <a:lvl8pPr marL="2959410" indent="0">
              <a:buNone/>
              <a:defRPr sz="1480" b="1"/>
            </a:lvl8pPr>
            <a:lvl9pPr marL="3382183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7682" y="2505076"/>
            <a:ext cx="47930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3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6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86" y="457200"/>
            <a:ext cx="3636295" cy="1600200"/>
          </a:xfrm>
        </p:spPr>
        <p:txBody>
          <a:bodyPr anchor="b"/>
          <a:lstStyle>
            <a:lvl1pPr>
              <a:defRPr sz="29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099" y="987425"/>
            <a:ext cx="5707678" cy="4873626"/>
          </a:xfrm>
        </p:spPr>
        <p:txBody>
          <a:bodyPr/>
          <a:lstStyle>
            <a:lvl1pPr>
              <a:defRPr sz="2959"/>
            </a:lvl1pPr>
            <a:lvl2pPr>
              <a:defRPr sz="2589"/>
            </a:lvl2pPr>
            <a:lvl3pPr>
              <a:defRPr sz="2219"/>
            </a:lvl3pPr>
            <a:lvl4pPr>
              <a:defRPr sz="1849"/>
            </a:lvl4pPr>
            <a:lvl5pPr>
              <a:defRPr sz="1849"/>
            </a:lvl5pPr>
            <a:lvl6pPr>
              <a:defRPr sz="1849"/>
            </a:lvl6pPr>
            <a:lvl7pPr>
              <a:defRPr sz="1849"/>
            </a:lvl7pPr>
            <a:lvl8pPr>
              <a:defRPr sz="1849"/>
            </a:lvl8pPr>
            <a:lvl9pPr>
              <a:defRPr sz="18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6586" y="2057400"/>
            <a:ext cx="3636295" cy="3811588"/>
          </a:xfrm>
        </p:spPr>
        <p:txBody>
          <a:bodyPr/>
          <a:lstStyle>
            <a:lvl1pPr marL="0" indent="0">
              <a:buNone/>
              <a:defRPr sz="1480"/>
            </a:lvl1pPr>
            <a:lvl2pPr marL="422773" indent="0">
              <a:buNone/>
              <a:defRPr sz="1295"/>
            </a:lvl2pPr>
            <a:lvl3pPr marL="845546" indent="0">
              <a:buNone/>
              <a:defRPr sz="1110"/>
            </a:lvl3pPr>
            <a:lvl4pPr marL="1268319" indent="0">
              <a:buNone/>
              <a:defRPr sz="925"/>
            </a:lvl4pPr>
            <a:lvl5pPr marL="1691091" indent="0">
              <a:buNone/>
              <a:defRPr sz="925"/>
            </a:lvl5pPr>
            <a:lvl6pPr marL="2113864" indent="0">
              <a:buNone/>
              <a:defRPr sz="925"/>
            </a:lvl6pPr>
            <a:lvl7pPr marL="2536637" indent="0">
              <a:buNone/>
              <a:defRPr sz="925"/>
            </a:lvl7pPr>
            <a:lvl8pPr marL="2959410" indent="0">
              <a:buNone/>
              <a:defRPr sz="925"/>
            </a:lvl8pPr>
            <a:lvl9pPr marL="3382183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86" y="457200"/>
            <a:ext cx="3636295" cy="1600200"/>
          </a:xfrm>
        </p:spPr>
        <p:txBody>
          <a:bodyPr anchor="b"/>
          <a:lstStyle>
            <a:lvl1pPr>
              <a:defRPr sz="29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93099" y="987425"/>
            <a:ext cx="5707678" cy="4873626"/>
          </a:xfrm>
        </p:spPr>
        <p:txBody>
          <a:bodyPr anchor="t"/>
          <a:lstStyle>
            <a:lvl1pPr marL="0" indent="0">
              <a:buNone/>
              <a:defRPr sz="2959"/>
            </a:lvl1pPr>
            <a:lvl2pPr marL="422773" indent="0">
              <a:buNone/>
              <a:defRPr sz="2589"/>
            </a:lvl2pPr>
            <a:lvl3pPr marL="845546" indent="0">
              <a:buNone/>
              <a:defRPr sz="2219"/>
            </a:lvl3pPr>
            <a:lvl4pPr marL="1268319" indent="0">
              <a:buNone/>
              <a:defRPr sz="1849"/>
            </a:lvl4pPr>
            <a:lvl5pPr marL="1691091" indent="0">
              <a:buNone/>
              <a:defRPr sz="1849"/>
            </a:lvl5pPr>
            <a:lvl6pPr marL="2113864" indent="0">
              <a:buNone/>
              <a:defRPr sz="1849"/>
            </a:lvl6pPr>
            <a:lvl7pPr marL="2536637" indent="0">
              <a:buNone/>
              <a:defRPr sz="1849"/>
            </a:lvl7pPr>
            <a:lvl8pPr marL="2959410" indent="0">
              <a:buNone/>
              <a:defRPr sz="1849"/>
            </a:lvl8pPr>
            <a:lvl9pPr marL="3382183" indent="0">
              <a:buNone/>
              <a:defRPr sz="18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6586" y="2057400"/>
            <a:ext cx="3636295" cy="3811588"/>
          </a:xfrm>
        </p:spPr>
        <p:txBody>
          <a:bodyPr/>
          <a:lstStyle>
            <a:lvl1pPr marL="0" indent="0">
              <a:buNone/>
              <a:defRPr sz="1480"/>
            </a:lvl1pPr>
            <a:lvl2pPr marL="422773" indent="0">
              <a:buNone/>
              <a:defRPr sz="1295"/>
            </a:lvl2pPr>
            <a:lvl3pPr marL="845546" indent="0">
              <a:buNone/>
              <a:defRPr sz="1110"/>
            </a:lvl3pPr>
            <a:lvl4pPr marL="1268319" indent="0">
              <a:buNone/>
              <a:defRPr sz="925"/>
            </a:lvl4pPr>
            <a:lvl5pPr marL="1691091" indent="0">
              <a:buNone/>
              <a:defRPr sz="925"/>
            </a:lvl5pPr>
            <a:lvl6pPr marL="2113864" indent="0">
              <a:buNone/>
              <a:defRPr sz="925"/>
            </a:lvl6pPr>
            <a:lvl7pPr marL="2536637" indent="0">
              <a:buNone/>
              <a:defRPr sz="925"/>
            </a:lvl7pPr>
            <a:lvl8pPr marL="2959410" indent="0">
              <a:buNone/>
              <a:defRPr sz="925"/>
            </a:lvl8pPr>
            <a:lvl9pPr marL="3382183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0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2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68260" y="365124"/>
            <a:ext cx="243104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5117" y="365124"/>
            <a:ext cx="715221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3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117" y="365125"/>
            <a:ext cx="9724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5117" y="1825626"/>
            <a:ext cx="97241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117" y="6356351"/>
            <a:ext cx="253674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4654" y="6356351"/>
            <a:ext cx="380511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62562" y="6356351"/>
            <a:ext cx="253674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1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45546" rtl="0" eaLnBrk="1" latinLnBrk="0" hangingPunct="1">
        <a:lnSpc>
          <a:spcPct val="90000"/>
        </a:lnSpc>
        <a:spcBef>
          <a:spcPct val="0"/>
        </a:spcBef>
        <a:buNone/>
        <a:defRPr sz="40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386" indent="-211386" algn="l" defTabSz="845546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89" kern="1200">
          <a:solidFill>
            <a:schemeClr val="tx1"/>
          </a:solidFill>
          <a:latin typeface="+mn-lt"/>
          <a:ea typeface="+mn-ea"/>
          <a:cs typeface="+mn-cs"/>
        </a:defRPr>
      </a:lvl1pPr>
      <a:lvl2pPr marL="634159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9" kern="1200">
          <a:solidFill>
            <a:schemeClr val="tx1"/>
          </a:solidFill>
          <a:latin typeface="+mn-lt"/>
          <a:ea typeface="+mn-ea"/>
          <a:cs typeface="+mn-cs"/>
        </a:defRPr>
      </a:lvl2pPr>
      <a:lvl3pPr marL="1056932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9" kern="1200">
          <a:solidFill>
            <a:schemeClr val="tx1"/>
          </a:solidFill>
          <a:latin typeface="+mn-lt"/>
          <a:ea typeface="+mn-ea"/>
          <a:cs typeface="+mn-cs"/>
        </a:defRPr>
      </a:lvl3pPr>
      <a:lvl4pPr marL="1479705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4pPr>
      <a:lvl5pPr marL="1902478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5pPr>
      <a:lvl6pPr marL="2325251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6pPr>
      <a:lvl7pPr marL="2748023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7pPr>
      <a:lvl8pPr marL="3170796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8pPr>
      <a:lvl9pPr marL="3593569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1pPr>
      <a:lvl2pPr marL="422773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2pPr>
      <a:lvl3pPr marL="845546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3pPr>
      <a:lvl4pPr marL="1268319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4pPr>
      <a:lvl5pPr marL="1691091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5pPr>
      <a:lvl6pPr marL="2113864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6pPr>
      <a:lvl7pPr marL="2536637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7pPr>
      <a:lvl8pPr marL="2959410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8pPr>
      <a:lvl9pPr marL="3382183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D8B1-7D2B-56AA-42CF-24CE8CFA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B5C6DE4-F7C7-DC39-0033-61BEA0C48B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94" b="16633"/>
          <a:stretch>
            <a:fillRect/>
          </a:stretch>
        </p:blipFill>
        <p:spPr>
          <a:xfrm>
            <a:off x="5883634" y="2657939"/>
            <a:ext cx="5355446" cy="17323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BBBDE2-8949-9236-06BB-0197196F66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9" t="1844" r="224" b="15591"/>
          <a:stretch>
            <a:fillRect/>
          </a:stretch>
        </p:blipFill>
        <p:spPr>
          <a:xfrm>
            <a:off x="5813122" y="4868008"/>
            <a:ext cx="5425957" cy="1709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E9C506-DE82-1516-FC04-8E87BA9C3B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91" b="15697"/>
          <a:stretch>
            <a:fillRect/>
          </a:stretch>
        </p:blipFill>
        <p:spPr>
          <a:xfrm>
            <a:off x="374469" y="4833407"/>
            <a:ext cx="5238799" cy="17099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F41EF8-3BB8-1D63-3811-2D1B5FA829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26" b="15697"/>
          <a:stretch>
            <a:fillRect/>
          </a:stretch>
        </p:blipFill>
        <p:spPr>
          <a:xfrm>
            <a:off x="374469" y="2673452"/>
            <a:ext cx="5242353" cy="1709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A78E8F-879F-E3B4-DAA1-867D39F1B9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74" b="16240"/>
          <a:stretch>
            <a:fillRect/>
          </a:stretch>
        </p:blipFill>
        <p:spPr>
          <a:xfrm>
            <a:off x="320086" y="549390"/>
            <a:ext cx="5315539" cy="1712654"/>
          </a:xfrm>
          <a:prstGeom prst="rect">
            <a:avLst/>
          </a:prstGeom>
        </p:spPr>
      </p:pic>
      <p:pic>
        <p:nvPicPr>
          <p:cNvPr id="2" name="Picture 1" descr="A close-up of a network&#10;&#10;AI-generated content may be incorrect.">
            <a:extLst>
              <a:ext uri="{FF2B5EF4-FFF2-40B4-BE49-F238E27FC236}">
                <a16:creationId xmlns:a16="http://schemas.microsoft.com/office/drawing/2014/main" id="{9818EA19-99AD-40CC-4667-ACD0E70F58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117" r="29411"/>
          <a:stretch>
            <a:fillRect/>
          </a:stretch>
        </p:blipFill>
        <p:spPr>
          <a:xfrm>
            <a:off x="8532442" y="637268"/>
            <a:ext cx="895221" cy="9144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5471BDA-CCF7-A2C8-518A-61B1F499D088}"/>
              </a:ext>
            </a:extLst>
          </p:cNvPr>
          <p:cNvSpPr>
            <a:spLocks/>
          </p:cNvSpPr>
          <p:nvPr/>
        </p:nvSpPr>
        <p:spPr>
          <a:xfrm>
            <a:off x="7874163" y="290642"/>
            <a:ext cx="536284" cy="236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104A8-931C-B791-A0AA-468EAFFA9EC9}"/>
              </a:ext>
            </a:extLst>
          </p:cNvPr>
          <p:cNvSpPr txBox="1"/>
          <p:nvPr/>
        </p:nvSpPr>
        <p:spPr>
          <a:xfrm>
            <a:off x="4063611" y="2436300"/>
            <a:ext cx="3687095" cy="28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MACE-FF based Relaxation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30271-07EC-CB37-7240-BC1FBB46BC3C}"/>
              </a:ext>
            </a:extLst>
          </p:cNvPr>
          <p:cNvSpPr txBox="1"/>
          <p:nvPr/>
        </p:nvSpPr>
        <p:spPr>
          <a:xfrm>
            <a:off x="3679573" y="4527940"/>
            <a:ext cx="4604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 SO(3) Descriptor based Relaxation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CC66C-83C0-92F6-9EAB-CC9E75ECB1AA}"/>
              </a:ext>
            </a:extLst>
          </p:cNvPr>
          <p:cNvSpPr txBox="1"/>
          <p:nvPr/>
        </p:nvSpPr>
        <p:spPr>
          <a:xfrm>
            <a:off x="4357410" y="323889"/>
            <a:ext cx="3099488" cy="28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Initial Structure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03B9D62-8B29-75DF-50EE-DC1D917D2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23" y="-525668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close-up of a network&#10;&#10;AI-generated content may be incorrect.">
            <a:extLst>
              <a:ext uri="{FF2B5EF4-FFF2-40B4-BE49-F238E27FC236}">
                <a16:creationId xmlns:a16="http://schemas.microsoft.com/office/drawing/2014/main" id="{C1DE2432-3196-D2C3-98BB-E9F59609D2A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8042" r="28606"/>
          <a:stretch>
            <a:fillRect/>
          </a:stretch>
        </p:blipFill>
        <p:spPr>
          <a:xfrm>
            <a:off x="8470830" y="4992542"/>
            <a:ext cx="1029386" cy="1005840"/>
          </a:xfrm>
          <a:prstGeom prst="rect">
            <a:avLst/>
          </a:prstGeom>
        </p:spPr>
      </p:pic>
      <p:pic>
        <p:nvPicPr>
          <p:cNvPr id="16" name="Picture 15" descr="A close-up of a structure&#10;&#10;AI-generated content may be incorrect.">
            <a:extLst>
              <a:ext uri="{FF2B5EF4-FFF2-40B4-BE49-F238E27FC236}">
                <a16:creationId xmlns:a16="http://schemas.microsoft.com/office/drawing/2014/main" id="{7333DB3D-BF3E-174F-2A25-DA218B3C4C9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9170" r="29734"/>
          <a:stretch>
            <a:fillRect/>
          </a:stretch>
        </p:blipFill>
        <p:spPr>
          <a:xfrm>
            <a:off x="8497753" y="2775892"/>
            <a:ext cx="975813" cy="1005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132845-64B3-DB02-8FF0-1E94677C7B33}"/>
                  </a:ext>
                </a:extLst>
              </p:cNvPr>
              <p:cNvSpPr txBox="1"/>
              <p:nvPr/>
            </p:nvSpPr>
            <p:spPr>
              <a:xfrm>
                <a:off x="6420979" y="-5795"/>
                <a:ext cx="47722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 C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288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(96l, 96l, 96l)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132845-64B3-DB02-8FF0-1E94677C7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979" y="-5795"/>
                <a:ext cx="4772226" cy="400110"/>
              </a:xfrm>
              <a:prstGeom prst="rect">
                <a:avLst/>
              </a:prstGeom>
              <a:blipFill>
                <a:blip r:embed="rId11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CAF8B60-32AE-4AFC-A815-990E7AF450E5}"/>
                  </a:ext>
                </a:extLst>
              </p:cNvPr>
              <p:cNvSpPr txBox="1"/>
              <p:nvPr/>
            </p:nvSpPr>
            <p:spPr>
              <a:xfrm>
                <a:off x="508413" y="-2795"/>
                <a:ext cx="4849620" cy="400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C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R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(6c) 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CAF8B60-32AE-4AFC-A815-990E7AF4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13" y="-2795"/>
                <a:ext cx="4849620" cy="400815"/>
              </a:xfrm>
              <a:prstGeom prst="rect">
                <a:avLst/>
              </a:prstGeom>
              <a:blipFill>
                <a:blip r:embed="rId12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black background with a black rectangular object with dots&#10;&#10;AI-generated content may be incorrect.">
            <a:extLst>
              <a:ext uri="{FF2B5EF4-FFF2-40B4-BE49-F238E27FC236}">
                <a16:creationId xmlns:a16="http://schemas.microsoft.com/office/drawing/2014/main" id="{D6025186-E8B1-7662-20BA-3A980E5DE3B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5512" t="7834" r="36371" b="7763"/>
          <a:stretch>
            <a:fillRect/>
          </a:stretch>
        </p:blipFill>
        <p:spPr>
          <a:xfrm>
            <a:off x="3028420" y="666607"/>
            <a:ext cx="733943" cy="1005840"/>
          </a:xfrm>
          <a:prstGeom prst="rect">
            <a:avLst/>
          </a:prstGeom>
        </p:spPr>
      </p:pic>
      <p:pic>
        <p:nvPicPr>
          <p:cNvPr id="24" name="Picture 23" descr="A black background with balls&#10;&#10;AI-generated content may be incorrect.">
            <a:extLst>
              <a:ext uri="{FF2B5EF4-FFF2-40B4-BE49-F238E27FC236}">
                <a16:creationId xmlns:a16="http://schemas.microsoft.com/office/drawing/2014/main" id="{348AC70B-94FC-3BBD-9BFC-C4E02B6EADA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2714" t="10624" r="34023" b="10957"/>
          <a:stretch>
            <a:fillRect/>
          </a:stretch>
        </p:blipFill>
        <p:spPr>
          <a:xfrm>
            <a:off x="2952486" y="4992542"/>
            <a:ext cx="849561" cy="914400"/>
          </a:xfrm>
          <a:prstGeom prst="rect">
            <a:avLst/>
          </a:prstGeom>
        </p:spPr>
      </p:pic>
      <p:pic>
        <p:nvPicPr>
          <p:cNvPr id="34" name="Picture 33" descr="A black background with a black background and a black background with dots and lines&#10;&#10;AI-generated content may be incorrect.">
            <a:extLst>
              <a:ext uri="{FF2B5EF4-FFF2-40B4-BE49-F238E27FC236}">
                <a16:creationId xmlns:a16="http://schemas.microsoft.com/office/drawing/2014/main" id="{EDFF79F0-3DCF-C01F-74CA-6215EB33734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7605" t="10176" r="37679" b="12673"/>
          <a:stretch>
            <a:fillRect/>
          </a:stretch>
        </p:blipFill>
        <p:spPr>
          <a:xfrm>
            <a:off x="3037936" y="2817526"/>
            <a:ext cx="641641" cy="914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34ECD3-6FBF-C7A6-3DD6-B3A6A1A767B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010" b="13927"/>
          <a:stretch>
            <a:fillRect/>
          </a:stretch>
        </p:blipFill>
        <p:spPr>
          <a:xfrm>
            <a:off x="5923541" y="550171"/>
            <a:ext cx="5315539" cy="17830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FB4671-A14C-9659-60B1-078027AA723F}"/>
              </a:ext>
            </a:extLst>
          </p:cNvPr>
          <p:cNvSpPr txBox="1"/>
          <p:nvPr/>
        </p:nvSpPr>
        <p:spPr>
          <a:xfrm>
            <a:off x="1488192" y="6543335"/>
            <a:ext cx="3099488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Index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47FD6-0368-A8BF-9A53-9334F77BA98A}"/>
              </a:ext>
            </a:extLst>
          </p:cNvPr>
          <p:cNvSpPr txBox="1"/>
          <p:nvPr/>
        </p:nvSpPr>
        <p:spPr>
          <a:xfrm>
            <a:off x="7257348" y="6543335"/>
            <a:ext cx="3099488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Index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712444-9085-04E0-7EEB-3FBE8C5CE05D}"/>
              </a:ext>
            </a:extLst>
          </p:cNvPr>
          <p:cNvSpPr txBox="1"/>
          <p:nvPr/>
        </p:nvSpPr>
        <p:spPr>
          <a:xfrm rot="16200000">
            <a:off x="-561994" y="5550834"/>
            <a:ext cx="1597852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Spectrum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09EE4A-9B7B-0CB3-E6EB-C62362300287}"/>
              </a:ext>
            </a:extLst>
          </p:cNvPr>
          <p:cNvSpPr txBox="1"/>
          <p:nvPr/>
        </p:nvSpPr>
        <p:spPr>
          <a:xfrm rot="16200000">
            <a:off x="-561994" y="3334840"/>
            <a:ext cx="1597852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Spectrum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E9B5AE-A9B7-42A2-275D-9F4430EC3EC9}"/>
              </a:ext>
            </a:extLst>
          </p:cNvPr>
          <p:cNvSpPr txBox="1"/>
          <p:nvPr/>
        </p:nvSpPr>
        <p:spPr>
          <a:xfrm rot="16200000">
            <a:off x="-561994" y="1268179"/>
            <a:ext cx="1597852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Spectrum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6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1096</TotalTime>
  <Words>59</Words>
  <Application>Microsoft Macintosh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Osman Goni Ridwan</dc:creator>
  <cp:lastModifiedBy>Osman Goni Ridwan</cp:lastModifiedBy>
  <cp:revision>1</cp:revision>
  <dcterms:created xsi:type="dcterms:W3CDTF">2025-12-21T09:36:17Z</dcterms:created>
  <dcterms:modified xsi:type="dcterms:W3CDTF">2025-12-31T17:21:26Z</dcterms:modified>
</cp:coreProperties>
</file>