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71" r:id="rId2"/>
  </p:sldIdLst>
  <p:sldSz cx="112744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91"/>
    <p:restoredTop sz="94694"/>
  </p:normalViewPr>
  <p:slideViewPr>
    <p:cSldViewPr snapToGrid="0">
      <p:cViewPr varScale="1">
        <p:scale>
          <a:sx n="96" d="100"/>
          <a:sy n="96" d="100"/>
        </p:scale>
        <p:origin x="16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B383A-C3BE-2542-B42D-18B8D98A212F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93763" y="1143000"/>
            <a:ext cx="5070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35906-A69E-D340-B0C4-33711AB74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10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26435" rtl="0" eaLnBrk="1" latinLnBrk="0" hangingPunct="1">
      <a:defRPr sz="1085" kern="1200">
        <a:solidFill>
          <a:schemeClr val="tx1"/>
        </a:solidFill>
        <a:latin typeface="+mn-lt"/>
        <a:ea typeface="+mn-ea"/>
        <a:cs typeface="+mn-cs"/>
      </a:defRPr>
    </a:lvl1pPr>
    <a:lvl2pPr marL="413217" algn="l" defTabSz="826435" rtl="0" eaLnBrk="1" latinLnBrk="0" hangingPunct="1">
      <a:defRPr sz="1085" kern="1200">
        <a:solidFill>
          <a:schemeClr val="tx1"/>
        </a:solidFill>
        <a:latin typeface="+mn-lt"/>
        <a:ea typeface="+mn-ea"/>
        <a:cs typeface="+mn-cs"/>
      </a:defRPr>
    </a:lvl2pPr>
    <a:lvl3pPr marL="826435" algn="l" defTabSz="826435" rtl="0" eaLnBrk="1" latinLnBrk="0" hangingPunct="1">
      <a:defRPr sz="1085" kern="1200">
        <a:solidFill>
          <a:schemeClr val="tx1"/>
        </a:solidFill>
        <a:latin typeface="+mn-lt"/>
        <a:ea typeface="+mn-ea"/>
        <a:cs typeface="+mn-cs"/>
      </a:defRPr>
    </a:lvl3pPr>
    <a:lvl4pPr marL="1239652" algn="l" defTabSz="826435" rtl="0" eaLnBrk="1" latinLnBrk="0" hangingPunct="1">
      <a:defRPr sz="1085" kern="1200">
        <a:solidFill>
          <a:schemeClr val="tx1"/>
        </a:solidFill>
        <a:latin typeface="+mn-lt"/>
        <a:ea typeface="+mn-ea"/>
        <a:cs typeface="+mn-cs"/>
      </a:defRPr>
    </a:lvl4pPr>
    <a:lvl5pPr marL="1652869" algn="l" defTabSz="826435" rtl="0" eaLnBrk="1" latinLnBrk="0" hangingPunct="1">
      <a:defRPr sz="1085" kern="1200">
        <a:solidFill>
          <a:schemeClr val="tx1"/>
        </a:solidFill>
        <a:latin typeface="+mn-lt"/>
        <a:ea typeface="+mn-ea"/>
        <a:cs typeface="+mn-cs"/>
      </a:defRPr>
    </a:lvl5pPr>
    <a:lvl6pPr marL="2066087" algn="l" defTabSz="826435" rtl="0" eaLnBrk="1" latinLnBrk="0" hangingPunct="1">
      <a:defRPr sz="1085" kern="1200">
        <a:solidFill>
          <a:schemeClr val="tx1"/>
        </a:solidFill>
        <a:latin typeface="+mn-lt"/>
        <a:ea typeface="+mn-ea"/>
        <a:cs typeface="+mn-cs"/>
      </a:defRPr>
    </a:lvl6pPr>
    <a:lvl7pPr marL="2479304" algn="l" defTabSz="826435" rtl="0" eaLnBrk="1" latinLnBrk="0" hangingPunct="1">
      <a:defRPr sz="1085" kern="1200">
        <a:solidFill>
          <a:schemeClr val="tx1"/>
        </a:solidFill>
        <a:latin typeface="+mn-lt"/>
        <a:ea typeface="+mn-ea"/>
        <a:cs typeface="+mn-cs"/>
      </a:defRPr>
    </a:lvl7pPr>
    <a:lvl8pPr marL="2892522" algn="l" defTabSz="826435" rtl="0" eaLnBrk="1" latinLnBrk="0" hangingPunct="1">
      <a:defRPr sz="1085" kern="1200">
        <a:solidFill>
          <a:schemeClr val="tx1"/>
        </a:solidFill>
        <a:latin typeface="+mn-lt"/>
        <a:ea typeface="+mn-ea"/>
        <a:cs typeface="+mn-cs"/>
      </a:defRPr>
    </a:lvl8pPr>
    <a:lvl9pPr marL="3305739" algn="l" defTabSz="826435" rtl="0" eaLnBrk="1" latinLnBrk="0" hangingPunct="1">
      <a:defRPr sz="108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D6915-42AD-6326-88D3-C56DFF415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8F689A-6F02-621C-3026-E02A92831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93763" y="1143000"/>
            <a:ext cx="50704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73D32-4C93-6D2F-7FAF-EBEE0A8C0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48A77-8B47-8A1D-937D-3104CDC48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A0994-AB78-904F-8C7B-1C51B528235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729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9305" y="1122365"/>
            <a:ext cx="8455819" cy="2387601"/>
          </a:xfrm>
        </p:spPr>
        <p:txBody>
          <a:bodyPr anchor="b"/>
          <a:lstStyle>
            <a:lvl1pPr algn="ctr">
              <a:defRPr sz="55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9305" y="3602038"/>
            <a:ext cx="8455819" cy="1655762"/>
          </a:xfrm>
        </p:spPr>
        <p:txBody>
          <a:bodyPr/>
          <a:lstStyle>
            <a:lvl1pPr marL="0" indent="0" algn="ctr">
              <a:buNone/>
              <a:defRPr sz="2219"/>
            </a:lvl1pPr>
            <a:lvl2pPr marL="422773" indent="0" algn="ctr">
              <a:buNone/>
              <a:defRPr sz="1849"/>
            </a:lvl2pPr>
            <a:lvl3pPr marL="845546" indent="0" algn="ctr">
              <a:buNone/>
              <a:defRPr sz="1664"/>
            </a:lvl3pPr>
            <a:lvl4pPr marL="1268319" indent="0" algn="ctr">
              <a:buNone/>
              <a:defRPr sz="1480"/>
            </a:lvl4pPr>
            <a:lvl5pPr marL="1691091" indent="0" algn="ctr">
              <a:buNone/>
              <a:defRPr sz="1480"/>
            </a:lvl5pPr>
            <a:lvl6pPr marL="2113864" indent="0" algn="ctr">
              <a:buNone/>
              <a:defRPr sz="1480"/>
            </a:lvl6pPr>
            <a:lvl7pPr marL="2536637" indent="0" algn="ctr">
              <a:buNone/>
              <a:defRPr sz="1480"/>
            </a:lvl7pPr>
            <a:lvl8pPr marL="2959410" indent="0" algn="ctr">
              <a:buNone/>
              <a:defRPr sz="1480"/>
            </a:lvl8pPr>
            <a:lvl9pPr marL="3382183" indent="0" algn="ctr">
              <a:buNone/>
              <a:defRPr sz="1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63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05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244" y="1709739"/>
            <a:ext cx="9724192" cy="2852738"/>
          </a:xfrm>
        </p:spPr>
        <p:txBody>
          <a:bodyPr anchor="b"/>
          <a:lstStyle>
            <a:lvl1pPr>
              <a:defRPr sz="55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9244" y="4589464"/>
            <a:ext cx="9724192" cy="1500188"/>
          </a:xfrm>
        </p:spPr>
        <p:txBody>
          <a:bodyPr/>
          <a:lstStyle>
            <a:lvl1pPr marL="0" indent="0">
              <a:buNone/>
              <a:defRPr sz="2219">
                <a:solidFill>
                  <a:schemeClr val="tx1">
                    <a:tint val="82000"/>
                  </a:schemeClr>
                </a:solidFill>
              </a:defRPr>
            </a:lvl1pPr>
            <a:lvl2pPr marL="422773" indent="0">
              <a:buNone/>
              <a:defRPr sz="1849">
                <a:solidFill>
                  <a:schemeClr val="tx1">
                    <a:tint val="82000"/>
                  </a:schemeClr>
                </a:solidFill>
              </a:defRPr>
            </a:lvl2pPr>
            <a:lvl3pPr marL="845546" indent="0">
              <a:buNone/>
              <a:defRPr sz="1664">
                <a:solidFill>
                  <a:schemeClr val="tx1">
                    <a:tint val="82000"/>
                  </a:schemeClr>
                </a:solidFill>
              </a:defRPr>
            </a:lvl3pPr>
            <a:lvl4pPr marL="1268319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4pPr>
            <a:lvl5pPr marL="1691091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5pPr>
            <a:lvl6pPr marL="2113864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6pPr>
            <a:lvl7pPr marL="2536637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7pPr>
            <a:lvl8pPr marL="2959410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8pPr>
            <a:lvl9pPr marL="3382183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956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5118" y="1825626"/>
            <a:ext cx="479163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7677" y="1825626"/>
            <a:ext cx="479163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83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585" y="365125"/>
            <a:ext cx="972419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6586" y="1681164"/>
            <a:ext cx="4769610" cy="823913"/>
          </a:xfrm>
        </p:spPr>
        <p:txBody>
          <a:bodyPr anchor="b"/>
          <a:lstStyle>
            <a:lvl1pPr marL="0" indent="0">
              <a:buNone/>
              <a:defRPr sz="2219" b="1"/>
            </a:lvl1pPr>
            <a:lvl2pPr marL="422773" indent="0">
              <a:buNone/>
              <a:defRPr sz="1849" b="1"/>
            </a:lvl2pPr>
            <a:lvl3pPr marL="845546" indent="0">
              <a:buNone/>
              <a:defRPr sz="1664" b="1"/>
            </a:lvl3pPr>
            <a:lvl4pPr marL="1268319" indent="0">
              <a:buNone/>
              <a:defRPr sz="1480" b="1"/>
            </a:lvl4pPr>
            <a:lvl5pPr marL="1691091" indent="0">
              <a:buNone/>
              <a:defRPr sz="1480" b="1"/>
            </a:lvl5pPr>
            <a:lvl6pPr marL="2113864" indent="0">
              <a:buNone/>
              <a:defRPr sz="1480" b="1"/>
            </a:lvl6pPr>
            <a:lvl7pPr marL="2536637" indent="0">
              <a:buNone/>
              <a:defRPr sz="1480" b="1"/>
            </a:lvl7pPr>
            <a:lvl8pPr marL="2959410" indent="0">
              <a:buNone/>
              <a:defRPr sz="1480" b="1"/>
            </a:lvl8pPr>
            <a:lvl9pPr marL="3382183" indent="0">
              <a:buNone/>
              <a:defRPr sz="1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6586" y="2505076"/>
            <a:ext cx="476961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07682" y="1681164"/>
            <a:ext cx="4793099" cy="823913"/>
          </a:xfrm>
        </p:spPr>
        <p:txBody>
          <a:bodyPr anchor="b"/>
          <a:lstStyle>
            <a:lvl1pPr marL="0" indent="0">
              <a:buNone/>
              <a:defRPr sz="2219" b="1"/>
            </a:lvl1pPr>
            <a:lvl2pPr marL="422773" indent="0">
              <a:buNone/>
              <a:defRPr sz="1849" b="1"/>
            </a:lvl2pPr>
            <a:lvl3pPr marL="845546" indent="0">
              <a:buNone/>
              <a:defRPr sz="1664" b="1"/>
            </a:lvl3pPr>
            <a:lvl4pPr marL="1268319" indent="0">
              <a:buNone/>
              <a:defRPr sz="1480" b="1"/>
            </a:lvl4pPr>
            <a:lvl5pPr marL="1691091" indent="0">
              <a:buNone/>
              <a:defRPr sz="1480" b="1"/>
            </a:lvl5pPr>
            <a:lvl6pPr marL="2113864" indent="0">
              <a:buNone/>
              <a:defRPr sz="1480" b="1"/>
            </a:lvl6pPr>
            <a:lvl7pPr marL="2536637" indent="0">
              <a:buNone/>
              <a:defRPr sz="1480" b="1"/>
            </a:lvl7pPr>
            <a:lvl8pPr marL="2959410" indent="0">
              <a:buNone/>
              <a:defRPr sz="1480" b="1"/>
            </a:lvl8pPr>
            <a:lvl9pPr marL="3382183" indent="0">
              <a:buNone/>
              <a:defRPr sz="1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07682" y="2505076"/>
            <a:ext cx="479309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342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233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066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586" y="457200"/>
            <a:ext cx="3636295" cy="1600200"/>
          </a:xfrm>
        </p:spPr>
        <p:txBody>
          <a:bodyPr anchor="b"/>
          <a:lstStyle>
            <a:lvl1pPr>
              <a:defRPr sz="29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099" y="987425"/>
            <a:ext cx="5707678" cy="4873626"/>
          </a:xfrm>
        </p:spPr>
        <p:txBody>
          <a:bodyPr/>
          <a:lstStyle>
            <a:lvl1pPr>
              <a:defRPr sz="2959"/>
            </a:lvl1pPr>
            <a:lvl2pPr>
              <a:defRPr sz="2589"/>
            </a:lvl2pPr>
            <a:lvl3pPr>
              <a:defRPr sz="2219"/>
            </a:lvl3pPr>
            <a:lvl4pPr>
              <a:defRPr sz="1849"/>
            </a:lvl4pPr>
            <a:lvl5pPr>
              <a:defRPr sz="1849"/>
            </a:lvl5pPr>
            <a:lvl6pPr>
              <a:defRPr sz="1849"/>
            </a:lvl6pPr>
            <a:lvl7pPr>
              <a:defRPr sz="1849"/>
            </a:lvl7pPr>
            <a:lvl8pPr>
              <a:defRPr sz="1849"/>
            </a:lvl8pPr>
            <a:lvl9pPr>
              <a:defRPr sz="18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6586" y="2057400"/>
            <a:ext cx="3636295" cy="3811588"/>
          </a:xfrm>
        </p:spPr>
        <p:txBody>
          <a:bodyPr/>
          <a:lstStyle>
            <a:lvl1pPr marL="0" indent="0">
              <a:buNone/>
              <a:defRPr sz="1480"/>
            </a:lvl1pPr>
            <a:lvl2pPr marL="422773" indent="0">
              <a:buNone/>
              <a:defRPr sz="1295"/>
            </a:lvl2pPr>
            <a:lvl3pPr marL="845546" indent="0">
              <a:buNone/>
              <a:defRPr sz="1110"/>
            </a:lvl3pPr>
            <a:lvl4pPr marL="1268319" indent="0">
              <a:buNone/>
              <a:defRPr sz="925"/>
            </a:lvl4pPr>
            <a:lvl5pPr marL="1691091" indent="0">
              <a:buNone/>
              <a:defRPr sz="925"/>
            </a:lvl5pPr>
            <a:lvl6pPr marL="2113864" indent="0">
              <a:buNone/>
              <a:defRPr sz="925"/>
            </a:lvl6pPr>
            <a:lvl7pPr marL="2536637" indent="0">
              <a:buNone/>
              <a:defRPr sz="925"/>
            </a:lvl7pPr>
            <a:lvl8pPr marL="2959410" indent="0">
              <a:buNone/>
              <a:defRPr sz="925"/>
            </a:lvl8pPr>
            <a:lvl9pPr marL="3382183" indent="0">
              <a:buNone/>
              <a:defRPr sz="9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63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586" y="457200"/>
            <a:ext cx="3636295" cy="1600200"/>
          </a:xfrm>
        </p:spPr>
        <p:txBody>
          <a:bodyPr anchor="b"/>
          <a:lstStyle>
            <a:lvl1pPr>
              <a:defRPr sz="29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93099" y="987425"/>
            <a:ext cx="5707678" cy="4873626"/>
          </a:xfrm>
        </p:spPr>
        <p:txBody>
          <a:bodyPr anchor="t"/>
          <a:lstStyle>
            <a:lvl1pPr marL="0" indent="0">
              <a:buNone/>
              <a:defRPr sz="2959"/>
            </a:lvl1pPr>
            <a:lvl2pPr marL="422773" indent="0">
              <a:buNone/>
              <a:defRPr sz="2589"/>
            </a:lvl2pPr>
            <a:lvl3pPr marL="845546" indent="0">
              <a:buNone/>
              <a:defRPr sz="2219"/>
            </a:lvl3pPr>
            <a:lvl4pPr marL="1268319" indent="0">
              <a:buNone/>
              <a:defRPr sz="1849"/>
            </a:lvl4pPr>
            <a:lvl5pPr marL="1691091" indent="0">
              <a:buNone/>
              <a:defRPr sz="1849"/>
            </a:lvl5pPr>
            <a:lvl6pPr marL="2113864" indent="0">
              <a:buNone/>
              <a:defRPr sz="1849"/>
            </a:lvl6pPr>
            <a:lvl7pPr marL="2536637" indent="0">
              <a:buNone/>
              <a:defRPr sz="1849"/>
            </a:lvl7pPr>
            <a:lvl8pPr marL="2959410" indent="0">
              <a:buNone/>
              <a:defRPr sz="1849"/>
            </a:lvl8pPr>
            <a:lvl9pPr marL="3382183" indent="0">
              <a:buNone/>
              <a:defRPr sz="184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6586" y="2057400"/>
            <a:ext cx="3636295" cy="3811588"/>
          </a:xfrm>
        </p:spPr>
        <p:txBody>
          <a:bodyPr/>
          <a:lstStyle>
            <a:lvl1pPr marL="0" indent="0">
              <a:buNone/>
              <a:defRPr sz="1480"/>
            </a:lvl1pPr>
            <a:lvl2pPr marL="422773" indent="0">
              <a:buNone/>
              <a:defRPr sz="1295"/>
            </a:lvl2pPr>
            <a:lvl3pPr marL="845546" indent="0">
              <a:buNone/>
              <a:defRPr sz="1110"/>
            </a:lvl3pPr>
            <a:lvl4pPr marL="1268319" indent="0">
              <a:buNone/>
              <a:defRPr sz="925"/>
            </a:lvl4pPr>
            <a:lvl5pPr marL="1691091" indent="0">
              <a:buNone/>
              <a:defRPr sz="925"/>
            </a:lvl5pPr>
            <a:lvl6pPr marL="2113864" indent="0">
              <a:buNone/>
              <a:defRPr sz="925"/>
            </a:lvl6pPr>
            <a:lvl7pPr marL="2536637" indent="0">
              <a:buNone/>
              <a:defRPr sz="925"/>
            </a:lvl7pPr>
            <a:lvl8pPr marL="2959410" indent="0">
              <a:buNone/>
              <a:defRPr sz="925"/>
            </a:lvl8pPr>
            <a:lvl9pPr marL="3382183" indent="0">
              <a:buNone/>
              <a:defRPr sz="9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03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725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68260" y="365124"/>
            <a:ext cx="243104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5117" y="365124"/>
            <a:ext cx="7152213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35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5117" y="365125"/>
            <a:ext cx="972419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5117" y="1825626"/>
            <a:ext cx="972419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5117" y="6356351"/>
            <a:ext cx="2536746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8F64BB-340C-3C45-A68D-38ED1696AF50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34654" y="6356351"/>
            <a:ext cx="3805118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62562" y="6356351"/>
            <a:ext cx="2536746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64CCC-EBA7-7143-B42C-3A5645D1A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013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45546" rtl="0" eaLnBrk="1" latinLnBrk="0" hangingPunct="1">
        <a:lnSpc>
          <a:spcPct val="90000"/>
        </a:lnSpc>
        <a:spcBef>
          <a:spcPct val="0"/>
        </a:spcBef>
        <a:buNone/>
        <a:defRPr sz="406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386" indent="-211386" algn="l" defTabSz="845546" rtl="0" eaLnBrk="1" latinLnBrk="0" hangingPunct="1">
        <a:lnSpc>
          <a:spcPct val="90000"/>
        </a:lnSpc>
        <a:spcBef>
          <a:spcPts val="925"/>
        </a:spcBef>
        <a:buFont typeface="Arial" panose="020B0604020202020204" pitchFamily="34" charset="0"/>
        <a:buChar char="•"/>
        <a:defRPr sz="2589" kern="1200">
          <a:solidFill>
            <a:schemeClr val="tx1"/>
          </a:solidFill>
          <a:latin typeface="+mn-lt"/>
          <a:ea typeface="+mn-ea"/>
          <a:cs typeface="+mn-cs"/>
        </a:defRPr>
      </a:lvl1pPr>
      <a:lvl2pPr marL="634159" indent="-211386" algn="l" defTabSz="845546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2219" kern="1200">
          <a:solidFill>
            <a:schemeClr val="tx1"/>
          </a:solidFill>
          <a:latin typeface="+mn-lt"/>
          <a:ea typeface="+mn-ea"/>
          <a:cs typeface="+mn-cs"/>
        </a:defRPr>
      </a:lvl2pPr>
      <a:lvl3pPr marL="1056932" indent="-211386" algn="l" defTabSz="845546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849" kern="1200">
          <a:solidFill>
            <a:schemeClr val="tx1"/>
          </a:solidFill>
          <a:latin typeface="+mn-lt"/>
          <a:ea typeface="+mn-ea"/>
          <a:cs typeface="+mn-cs"/>
        </a:defRPr>
      </a:lvl3pPr>
      <a:lvl4pPr marL="1479705" indent="-211386" algn="l" defTabSz="845546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4" kern="1200">
          <a:solidFill>
            <a:schemeClr val="tx1"/>
          </a:solidFill>
          <a:latin typeface="+mn-lt"/>
          <a:ea typeface="+mn-ea"/>
          <a:cs typeface="+mn-cs"/>
        </a:defRPr>
      </a:lvl4pPr>
      <a:lvl5pPr marL="1902478" indent="-211386" algn="l" defTabSz="845546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4" kern="1200">
          <a:solidFill>
            <a:schemeClr val="tx1"/>
          </a:solidFill>
          <a:latin typeface="+mn-lt"/>
          <a:ea typeface="+mn-ea"/>
          <a:cs typeface="+mn-cs"/>
        </a:defRPr>
      </a:lvl5pPr>
      <a:lvl6pPr marL="2325251" indent="-211386" algn="l" defTabSz="845546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4" kern="1200">
          <a:solidFill>
            <a:schemeClr val="tx1"/>
          </a:solidFill>
          <a:latin typeface="+mn-lt"/>
          <a:ea typeface="+mn-ea"/>
          <a:cs typeface="+mn-cs"/>
        </a:defRPr>
      </a:lvl6pPr>
      <a:lvl7pPr marL="2748023" indent="-211386" algn="l" defTabSz="845546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4" kern="1200">
          <a:solidFill>
            <a:schemeClr val="tx1"/>
          </a:solidFill>
          <a:latin typeface="+mn-lt"/>
          <a:ea typeface="+mn-ea"/>
          <a:cs typeface="+mn-cs"/>
        </a:defRPr>
      </a:lvl7pPr>
      <a:lvl8pPr marL="3170796" indent="-211386" algn="l" defTabSz="845546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4" kern="1200">
          <a:solidFill>
            <a:schemeClr val="tx1"/>
          </a:solidFill>
          <a:latin typeface="+mn-lt"/>
          <a:ea typeface="+mn-ea"/>
          <a:cs typeface="+mn-cs"/>
        </a:defRPr>
      </a:lvl8pPr>
      <a:lvl9pPr marL="3593569" indent="-211386" algn="l" defTabSz="845546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5546" rtl="0" eaLnBrk="1" latinLnBrk="0" hangingPunct="1">
        <a:defRPr sz="1664" kern="1200">
          <a:solidFill>
            <a:schemeClr val="tx1"/>
          </a:solidFill>
          <a:latin typeface="+mn-lt"/>
          <a:ea typeface="+mn-ea"/>
          <a:cs typeface="+mn-cs"/>
        </a:defRPr>
      </a:lvl1pPr>
      <a:lvl2pPr marL="422773" algn="l" defTabSz="845546" rtl="0" eaLnBrk="1" latinLnBrk="0" hangingPunct="1">
        <a:defRPr sz="1664" kern="1200">
          <a:solidFill>
            <a:schemeClr val="tx1"/>
          </a:solidFill>
          <a:latin typeface="+mn-lt"/>
          <a:ea typeface="+mn-ea"/>
          <a:cs typeface="+mn-cs"/>
        </a:defRPr>
      </a:lvl2pPr>
      <a:lvl3pPr marL="845546" algn="l" defTabSz="845546" rtl="0" eaLnBrk="1" latinLnBrk="0" hangingPunct="1">
        <a:defRPr sz="1664" kern="1200">
          <a:solidFill>
            <a:schemeClr val="tx1"/>
          </a:solidFill>
          <a:latin typeface="+mn-lt"/>
          <a:ea typeface="+mn-ea"/>
          <a:cs typeface="+mn-cs"/>
        </a:defRPr>
      </a:lvl3pPr>
      <a:lvl4pPr marL="1268319" algn="l" defTabSz="845546" rtl="0" eaLnBrk="1" latinLnBrk="0" hangingPunct="1">
        <a:defRPr sz="1664" kern="1200">
          <a:solidFill>
            <a:schemeClr val="tx1"/>
          </a:solidFill>
          <a:latin typeface="+mn-lt"/>
          <a:ea typeface="+mn-ea"/>
          <a:cs typeface="+mn-cs"/>
        </a:defRPr>
      </a:lvl4pPr>
      <a:lvl5pPr marL="1691091" algn="l" defTabSz="845546" rtl="0" eaLnBrk="1" latinLnBrk="0" hangingPunct="1">
        <a:defRPr sz="1664" kern="1200">
          <a:solidFill>
            <a:schemeClr val="tx1"/>
          </a:solidFill>
          <a:latin typeface="+mn-lt"/>
          <a:ea typeface="+mn-ea"/>
          <a:cs typeface="+mn-cs"/>
        </a:defRPr>
      </a:lvl5pPr>
      <a:lvl6pPr marL="2113864" algn="l" defTabSz="845546" rtl="0" eaLnBrk="1" latinLnBrk="0" hangingPunct="1">
        <a:defRPr sz="1664" kern="1200">
          <a:solidFill>
            <a:schemeClr val="tx1"/>
          </a:solidFill>
          <a:latin typeface="+mn-lt"/>
          <a:ea typeface="+mn-ea"/>
          <a:cs typeface="+mn-cs"/>
        </a:defRPr>
      </a:lvl6pPr>
      <a:lvl7pPr marL="2536637" algn="l" defTabSz="845546" rtl="0" eaLnBrk="1" latinLnBrk="0" hangingPunct="1">
        <a:defRPr sz="1664" kern="1200">
          <a:solidFill>
            <a:schemeClr val="tx1"/>
          </a:solidFill>
          <a:latin typeface="+mn-lt"/>
          <a:ea typeface="+mn-ea"/>
          <a:cs typeface="+mn-cs"/>
        </a:defRPr>
      </a:lvl7pPr>
      <a:lvl8pPr marL="2959410" algn="l" defTabSz="845546" rtl="0" eaLnBrk="1" latinLnBrk="0" hangingPunct="1">
        <a:defRPr sz="1664" kern="1200">
          <a:solidFill>
            <a:schemeClr val="tx1"/>
          </a:solidFill>
          <a:latin typeface="+mn-lt"/>
          <a:ea typeface="+mn-ea"/>
          <a:cs typeface="+mn-cs"/>
        </a:defRPr>
      </a:lvl8pPr>
      <a:lvl9pPr marL="3382183" algn="l" defTabSz="845546" rtl="0" eaLnBrk="1" latinLnBrk="0" hangingPunct="1">
        <a:defRPr sz="16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gif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BD8B1-7D2B-56AA-42CF-24CE8CFAB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334ECD3-6FBF-C7A6-3DD6-B3A6A1A767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10" b="13927"/>
          <a:stretch>
            <a:fillRect/>
          </a:stretch>
        </p:blipFill>
        <p:spPr>
          <a:xfrm>
            <a:off x="5923541" y="550171"/>
            <a:ext cx="5315539" cy="178308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9261D49-0047-0EFC-B4D8-D784C1E1FF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06" b="16236"/>
          <a:stretch>
            <a:fillRect/>
          </a:stretch>
        </p:blipFill>
        <p:spPr>
          <a:xfrm>
            <a:off x="366414" y="563634"/>
            <a:ext cx="5254907" cy="170992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B5C6DE4-F7C7-DC39-0033-61BEA0C48B2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594" b="16633"/>
          <a:stretch>
            <a:fillRect/>
          </a:stretch>
        </p:blipFill>
        <p:spPr>
          <a:xfrm>
            <a:off x="5883634" y="2657939"/>
            <a:ext cx="5355446" cy="17323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BBBBDE2-8949-9236-06BB-0197196F66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09" t="1844" r="224" b="15591"/>
          <a:stretch>
            <a:fillRect/>
          </a:stretch>
        </p:blipFill>
        <p:spPr>
          <a:xfrm>
            <a:off x="5813122" y="4868008"/>
            <a:ext cx="5425957" cy="17091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1E9C506-DE82-1516-FC04-8E87BA9C3BB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391" b="15697"/>
          <a:stretch>
            <a:fillRect/>
          </a:stretch>
        </p:blipFill>
        <p:spPr>
          <a:xfrm>
            <a:off x="374469" y="4833407"/>
            <a:ext cx="5238799" cy="17099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6F41EF8-3BB8-1D63-3811-2D1B5FA8299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326" b="15697"/>
          <a:stretch>
            <a:fillRect/>
          </a:stretch>
        </p:blipFill>
        <p:spPr>
          <a:xfrm>
            <a:off x="374469" y="2673452"/>
            <a:ext cx="5242353" cy="1709928"/>
          </a:xfrm>
          <a:prstGeom prst="rect">
            <a:avLst/>
          </a:prstGeom>
        </p:spPr>
      </p:pic>
      <p:pic>
        <p:nvPicPr>
          <p:cNvPr id="2" name="Picture 1" descr="A close-up of a network&#10;&#10;AI-generated content may be incorrect.">
            <a:extLst>
              <a:ext uri="{FF2B5EF4-FFF2-40B4-BE49-F238E27FC236}">
                <a16:creationId xmlns:a16="http://schemas.microsoft.com/office/drawing/2014/main" id="{9818EA19-99AD-40CC-4667-ACD0E70F58A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9117" r="29411"/>
          <a:stretch>
            <a:fillRect/>
          </a:stretch>
        </p:blipFill>
        <p:spPr>
          <a:xfrm>
            <a:off x="8532442" y="637268"/>
            <a:ext cx="895221" cy="9144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5471BDA-CCF7-A2C8-518A-61B1F499D088}"/>
              </a:ext>
            </a:extLst>
          </p:cNvPr>
          <p:cNvSpPr>
            <a:spLocks/>
          </p:cNvSpPr>
          <p:nvPr/>
        </p:nvSpPr>
        <p:spPr>
          <a:xfrm>
            <a:off x="7874163" y="290642"/>
            <a:ext cx="536284" cy="236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6104A8-931C-B791-A0AA-468EAFFA9EC9}"/>
              </a:ext>
            </a:extLst>
          </p:cNvPr>
          <p:cNvSpPr txBox="1"/>
          <p:nvPr/>
        </p:nvSpPr>
        <p:spPr>
          <a:xfrm>
            <a:off x="4090115" y="2489308"/>
            <a:ext cx="3687095" cy="287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7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 MACE-FF based Relaxation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330271-07EC-CB37-7240-BC1FBB46BC3C}"/>
              </a:ext>
            </a:extLst>
          </p:cNvPr>
          <p:cNvSpPr txBox="1"/>
          <p:nvPr/>
        </p:nvSpPr>
        <p:spPr>
          <a:xfrm>
            <a:off x="3679573" y="4580948"/>
            <a:ext cx="4604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 SO(3) Descriptor based Relaxation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6CC66C-83C0-92F6-9EAB-CC9E75ECB1AA}"/>
              </a:ext>
            </a:extLst>
          </p:cNvPr>
          <p:cNvSpPr txBox="1"/>
          <p:nvPr/>
        </p:nvSpPr>
        <p:spPr>
          <a:xfrm>
            <a:off x="4357410" y="376897"/>
            <a:ext cx="3099488" cy="287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7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Initial Structure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03B9D62-8B29-75DF-50EE-DC1D917D2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23" y="-525668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A close-up of a network&#10;&#10;AI-generated content may be incorrect.">
            <a:extLst>
              <a:ext uri="{FF2B5EF4-FFF2-40B4-BE49-F238E27FC236}">
                <a16:creationId xmlns:a16="http://schemas.microsoft.com/office/drawing/2014/main" id="{C1DE2432-3196-D2C3-98BB-E9F59609D2A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8042" r="28606"/>
          <a:stretch>
            <a:fillRect/>
          </a:stretch>
        </p:blipFill>
        <p:spPr>
          <a:xfrm>
            <a:off x="8470830" y="4992542"/>
            <a:ext cx="1029386" cy="1005840"/>
          </a:xfrm>
          <a:prstGeom prst="rect">
            <a:avLst/>
          </a:prstGeom>
        </p:spPr>
      </p:pic>
      <p:pic>
        <p:nvPicPr>
          <p:cNvPr id="16" name="Picture 15" descr="A close-up of a structure&#10;&#10;AI-generated content may be incorrect.">
            <a:extLst>
              <a:ext uri="{FF2B5EF4-FFF2-40B4-BE49-F238E27FC236}">
                <a16:creationId xmlns:a16="http://schemas.microsoft.com/office/drawing/2014/main" id="{7333DB3D-BF3E-174F-2A25-DA218B3C4C9B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9170" r="29734"/>
          <a:stretch>
            <a:fillRect/>
          </a:stretch>
        </p:blipFill>
        <p:spPr>
          <a:xfrm>
            <a:off x="8497753" y="2775892"/>
            <a:ext cx="975813" cy="10058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B132845-64B3-DB02-8FF0-1E94677C7B33}"/>
                  </a:ext>
                </a:extLst>
              </p:cNvPr>
              <p:cNvSpPr txBox="1"/>
              <p:nvPr/>
            </p:nvSpPr>
            <p:spPr>
              <a:xfrm>
                <a:off x="6420979" y="58935"/>
                <a:ext cx="4772226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  C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288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Im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(96l, 96l, 96l)</a:t>
                </a: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B132845-64B3-DB02-8FF0-1E94677C7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979" y="58935"/>
                <a:ext cx="4772226" cy="369909"/>
              </a:xfrm>
              <a:prstGeom prst="rect">
                <a:avLst/>
              </a:prstGeom>
              <a:blipFill>
                <a:blip r:embed="rId13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CAF8B60-32AE-4AFC-A815-990E7AF450E5}"/>
                  </a:ext>
                </a:extLst>
              </p:cNvPr>
              <p:cNvSpPr txBox="1"/>
              <p:nvPr/>
            </p:nvSpPr>
            <p:spPr>
              <a:xfrm>
                <a:off x="508413" y="63465"/>
                <a:ext cx="4849620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C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R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(6c) </a:t>
                </a: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CAF8B60-32AE-4AFC-A815-990E7AF45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13" y="63465"/>
                <a:ext cx="4849620" cy="369909"/>
              </a:xfrm>
              <a:prstGeom prst="rect">
                <a:avLst/>
              </a:prstGeom>
              <a:blipFill>
                <a:blip r:embed="rId14"/>
                <a:stretch>
                  <a:fillRect t="-6452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 descr="A black background with a black rectangular object with dots&#10;&#10;AI-generated content may be incorrect.">
            <a:extLst>
              <a:ext uri="{FF2B5EF4-FFF2-40B4-BE49-F238E27FC236}">
                <a16:creationId xmlns:a16="http://schemas.microsoft.com/office/drawing/2014/main" id="{D6025186-E8B1-7662-20BA-3A980E5DE3B8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35512" t="7834" r="36371" b="7763"/>
          <a:stretch>
            <a:fillRect/>
          </a:stretch>
        </p:blipFill>
        <p:spPr>
          <a:xfrm>
            <a:off x="3028420" y="666607"/>
            <a:ext cx="733943" cy="1005840"/>
          </a:xfrm>
          <a:prstGeom prst="rect">
            <a:avLst/>
          </a:prstGeom>
        </p:spPr>
      </p:pic>
      <p:pic>
        <p:nvPicPr>
          <p:cNvPr id="24" name="Picture 23" descr="A black background with balls&#10;&#10;AI-generated content may be incorrect.">
            <a:extLst>
              <a:ext uri="{FF2B5EF4-FFF2-40B4-BE49-F238E27FC236}">
                <a16:creationId xmlns:a16="http://schemas.microsoft.com/office/drawing/2014/main" id="{348AC70B-94FC-3BBD-9BFC-C4E02B6EADAF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32714" t="10624" r="34023" b="10957"/>
          <a:stretch>
            <a:fillRect/>
          </a:stretch>
        </p:blipFill>
        <p:spPr>
          <a:xfrm>
            <a:off x="2952486" y="4992542"/>
            <a:ext cx="849561" cy="914400"/>
          </a:xfrm>
          <a:prstGeom prst="rect">
            <a:avLst/>
          </a:prstGeom>
        </p:spPr>
      </p:pic>
      <p:pic>
        <p:nvPicPr>
          <p:cNvPr id="34" name="Picture 33" descr="A black background with a black background and a black background with dots and lines&#10;&#10;AI-generated content may be incorrect.">
            <a:extLst>
              <a:ext uri="{FF2B5EF4-FFF2-40B4-BE49-F238E27FC236}">
                <a16:creationId xmlns:a16="http://schemas.microsoft.com/office/drawing/2014/main" id="{EDFF79F0-3DCF-C01F-74CA-6215EB337349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37605" t="10176" r="37679" b="12673"/>
          <a:stretch>
            <a:fillRect/>
          </a:stretch>
        </p:blipFill>
        <p:spPr>
          <a:xfrm>
            <a:off x="3037936" y="2817526"/>
            <a:ext cx="641641" cy="914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9FB4671-A14C-9659-60B1-078027AA723F}"/>
              </a:ext>
            </a:extLst>
          </p:cNvPr>
          <p:cNvSpPr txBox="1"/>
          <p:nvPr/>
        </p:nvSpPr>
        <p:spPr>
          <a:xfrm>
            <a:off x="1488192" y="6543335"/>
            <a:ext cx="3099488" cy="275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70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 Index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647FD6-0368-A8BF-9A53-9334F77BA98A}"/>
              </a:ext>
            </a:extLst>
          </p:cNvPr>
          <p:cNvSpPr txBox="1"/>
          <p:nvPr/>
        </p:nvSpPr>
        <p:spPr>
          <a:xfrm>
            <a:off x="7257348" y="6543335"/>
            <a:ext cx="3099488" cy="275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70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 Index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712444-9085-04E0-7EEB-3FBE8C5CE05D}"/>
              </a:ext>
            </a:extLst>
          </p:cNvPr>
          <p:cNvSpPr txBox="1"/>
          <p:nvPr/>
        </p:nvSpPr>
        <p:spPr>
          <a:xfrm rot="16200000">
            <a:off x="-561994" y="5550834"/>
            <a:ext cx="1597852" cy="275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70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Spectrum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09EE4A-9B7B-0CB3-E6EB-C62362300287}"/>
              </a:ext>
            </a:extLst>
          </p:cNvPr>
          <p:cNvSpPr txBox="1"/>
          <p:nvPr/>
        </p:nvSpPr>
        <p:spPr>
          <a:xfrm rot="16200000">
            <a:off x="-561994" y="3334840"/>
            <a:ext cx="1597852" cy="275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70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Spectrum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E9B5AE-A9B7-42A2-275D-9F4430EC3EC9}"/>
              </a:ext>
            </a:extLst>
          </p:cNvPr>
          <p:cNvSpPr txBox="1"/>
          <p:nvPr/>
        </p:nvSpPr>
        <p:spPr>
          <a:xfrm rot="16200000">
            <a:off x="-561994" y="1268179"/>
            <a:ext cx="1597852" cy="275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70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Spectrum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463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1108</TotalTime>
  <Words>59</Words>
  <Application>Microsoft Macintosh PowerPoint</Application>
  <PresentationFormat>Custom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Osman Goni Ridwan</dc:creator>
  <cp:lastModifiedBy>Osman Goni Ridwan</cp:lastModifiedBy>
  <cp:revision>2</cp:revision>
  <dcterms:created xsi:type="dcterms:W3CDTF">2025-12-21T09:36:17Z</dcterms:created>
  <dcterms:modified xsi:type="dcterms:W3CDTF">2025-12-31T17:33:09Z</dcterms:modified>
</cp:coreProperties>
</file>